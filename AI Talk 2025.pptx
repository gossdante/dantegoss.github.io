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66" r:id="rId4"/>
    <p:sldId id="265" r:id="rId5"/>
    <p:sldId id="263" r:id="rId6"/>
    <p:sldId id="271" r:id="rId7"/>
    <p:sldId id="264" r:id="rId8"/>
    <p:sldId id="268" r:id="rId9"/>
    <p:sldId id="269" r:id="rId10"/>
    <p:sldId id="257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C38249-EC5A-4C48-8295-2FF7B41F1825}" v="1" dt="2025-11-21T21:54:55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88472" autoAdjust="0"/>
  </p:normalViewPr>
  <p:slideViewPr>
    <p:cSldViewPr snapToGrid="0">
      <p:cViewPr varScale="1">
        <p:scale>
          <a:sx n="88" d="100"/>
          <a:sy n="88" d="100"/>
        </p:scale>
        <p:origin x="10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ss, Dante Damond (nxq9uz)" userId="42a4d6cb-60f4-472d-90da-bcf8c2b4d1a9" providerId="ADAL" clId="{83E8409C-0D81-46BC-9A3B-DF56DA5DA960}"/>
    <pc:docChg chg="undo custSel addSld modSld">
      <pc:chgData name="Goss, Dante Damond (nxq9uz)" userId="42a4d6cb-60f4-472d-90da-bcf8c2b4d1a9" providerId="ADAL" clId="{83E8409C-0D81-46BC-9A3B-DF56DA5DA960}" dt="2025-11-11T17:58:56.307" v="528" actId="14100"/>
      <pc:docMkLst>
        <pc:docMk/>
      </pc:docMkLst>
      <pc:sldChg chg="addSp delSp mod">
        <pc:chgData name="Goss, Dante Damond (nxq9uz)" userId="42a4d6cb-60f4-472d-90da-bcf8c2b4d1a9" providerId="ADAL" clId="{83E8409C-0D81-46BC-9A3B-DF56DA5DA960}" dt="2025-11-11T17:55:16.888" v="375" actId="478"/>
        <pc:sldMkLst>
          <pc:docMk/>
          <pc:sldMk cId="901018937" sldId="256"/>
        </pc:sldMkLst>
        <pc:picChg chg="add del">
          <ac:chgData name="Goss, Dante Damond (nxq9uz)" userId="42a4d6cb-60f4-472d-90da-bcf8c2b4d1a9" providerId="ADAL" clId="{83E8409C-0D81-46BC-9A3B-DF56DA5DA960}" dt="2025-11-11T17:55:12.912" v="374" actId="478"/>
          <ac:picMkLst>
            <pc:docMk/>
            <pc:sldMk cId="901018937" sldId="256"/>
            <ac:picMk id="5" creationId="{61793AE6-3D8F-5A65-E8AE-45339B39D168}"/>
          </ac:picMkLst>
        </pc:picChg>
      </pc:sldChg>
      <pc:sldChg chg="addSp modSp mod">
        <pc:chgData name="Goss, Dante Damond (nxq9uz)" userId="42a4d6cb-60f4-472d-90da-bcf8c2b4d1a9" providerId="ADAL" clId="{83E8409C-0D81-46BC-9A3B-DF56DA5DA960}" dt="2025-11-11T17:58:28.038" v="525"/>
        <pc:sldMkLst>
          <pc:docMk/>
          <pc:sldMk cId="1706724407" sldId="264"/>
        </pc:sldMkLst>
        <pc:spChg chg="mod">
          <ac:chgData name="Goss, Dante Damond (nxq9uz)" userId="42a4d6cb-60f4-472d-90da-bcf8c2b4d1a9" providerId="ADAL" clId="{83E8409C-0D81-46BC-9A3B-DF56DA5DA960}" dt="2025-11-11T17:57:37.199" v="460" actId="14100"/>
          <ac:spMkLst>
            <pc:docMk/>
            <pc:sldMk cId="1706724407" sldId="264"/>
            <ac:spMk id="3" creationId="{BACFD862-0421-67CA-5B71-8DE14C332AFB}"/>
          </ac:spMkLst>
        </pc:spChg>
        <pc:spChg chg="mod">
          <ac:chgData name="Goss, Dante Damond (nxq9uz)" userId="42a4d6cb-60f4-472d-90da-bcf8c2b4d1a9" providerId="ADAL" clId="{83E8409C-0D81-46BC-9A3B-DF56DA5DA960}" dt="2025-11-11T17:58:08.246" v="524" actId="313"/>
          <ac:spMkLst>
            <pc:docMk/>
            <pc:sldMk cId="1706724407" sldId="264"/>
            <ac:spMk id="4" creationId="{092ED27E-A69E-41EA-463F-34E5FA019649}"/>
          </ac:spMkLst>
        </pc:spChg>
        <pc:spChg chg="mod">
          <ac:chgData name="Goss, Dante Damond (nxq9uz)" userId="42a4d6cb-60f4-472d-90da-bcf8c2b4d1a9" providerId="ADAL" clId="{83E8409C-0D81-46BC-9A3B-DF56DA5DA960}" dt="2025-11-11T17:57:32.661" v="459" actId="14100"/>
          <ac:spMkLst>
            <pc:docMk/>
            <pc:sldMk cId="1706724407" sldId="264"/>
            <ac:spMk id="5" creationId="{17709024-29D3-0E09-CF30-7AF59CA83F93}"/>
          </ac:spMkLst>
        </pc:spChg>
        <pc:spChg chg="mod">
          <ac:chgData name="Goss, Dante Damond (nxq9uz)" userId="42a4d6cb-60f4-472d-90da-bcf8c2b4d1a9" providerId="ADAL" clId="{83E8409C-0D81-46BC-9A3B-DF56DA5DA960}" dt="2025-11-11T17:58:02.469" v="505" actId="27636"/>
          <ac:spMkLst>
            <pc:docMk/>
            <pc:sldMk cId="1706724407" sldId="264"/>
            <ac:spMk id="6" creationId="{EB6BFAFD-3B63-98C8-A9F3-E207C0B7D360}"/>
          </ac:spMkLst>
        </pc:spChg>
      </pc:sldChg>
      <pc:sldChg chg="addSp modSp">
        <pc:chgData name="Goss, Dante Damond (nxq9uz)" userId="42a4d6cb-60f4-472d-90da-bcf8c2b4d1a9" providerId="ADAL" clId="{83E8409C-0D81-46BC-9A3B-DF56DA5DA960}" dt="2025-11-11T17:58:56.307" v="528" actId="14100"/>
        <pc:sldMkLst>
          <pc:docMk/>
          <pc:sldMk cId="1296525754" sldId="265"/>
        </pc:sldMkLst>
        <pc:picChg chg="add mod">
          <ac:chgData name="Goss, Dante Damond (nxq9uz)" userId="42a4d6cb-60f4-472d-90da-bcf8c2b4d1a9" providerId="ADAL" clId="{83E8409C-0D81-46BC-9A3B-DF56DA5DA960}" dt="2025-11-11T17:58:56.307" v="528" actId="14100"/>
          <ac:picMkLst>
            <pc:docMk/>
            <pc:sldMk cId="1296525754" sldId="265"/>
            <ac:picMk id="3074" creationId="{60BC2A93-2360-85E4-B0C9-9FF37B52030E}"/>
          </ac:picMkLst>
        </pc:picChg>
      </pc:sldChg>
      <pc:sldChg chg="modSp new mod">
        <pc:chgData name="Goss, Dante Damond (nxq9uz)" userId="42a4d6cb-60f4-472d-90da-bcf8c2b4d1a9" providerId="ADAL" clId="{83E8409C-0D81-46BC-9A3B-DF56DA5DA960}" dt="2025-11-11T17:54:03.928" v="372" actId="20577"/>
        <pc:sldMkLst>
          <pc:docMk/>
          <pc:sldMk cId="614284254" sldId="270"/>
        </pc:sldMkLst>
        <pc:spChg chg="mod">
          <ac:chgData name="Goss, Dante Damond (nxq9uz)" userId="42a4d6cb-60f4-472d-90da-bcf8c2b4d1a9" providerId="ADAL" clId="{83E8409C-0D81-46BC-9A3B-DF56DA5DA960}" dt="2025-11-11T17:44:29.464" v="8" actId="20577"/>
          <ac:spMkLst>
            <pc:docMk/>
            <pc:sldMk cId="614284254" sldId="270"/>
            <ac:spMk id="2" creationId="{203C79A6-701D-CEE3-6E14-72A486C69ABE}"/>
          </ac:spMkLst>
        </pc:spChg>
        <pc:spChg chg="mod">
          <ac:chgData name="Goss, Dante Damond (nxq9uz)" userId="42a4d6cb-60f4-472d-90da-bcf8c2b4d1a9" providerId="ADAL" clId="{83E8409C-0D81-46BC-9A3B-DF56DA5DA960}" dt="2025-11-11T17:54:03.928" v="372" actId="20577"/>
          <ac:spMkLst>
            <pc:docMk/>
            <pc:sldMk cId="614284254" sldId="270"/>
            <ac:spMk id="3" creationId="{24C4BBCD-1938-0B39-ACAB-8BEAA0F50D9C}"/>
          </ac:spMkLst>
        </pc:spChg>
      </pc:sldChg>
      <pc:sldChg chg="addSp delSp modSp new mod">
        <pc:chgData name="Goss, Dante Damond (nxq9uz)" userId="42a4d6cb-60f4-472d-90da-bcf8c2b4d1a9" providerId="ADAL" clId="{83E8409C-0D81-46BC-9A3B-DF56DA5DA960}" dt="2025-11-11T17:52:42.287" v="305" actId="1076"/>
        <pc:sldMkLst>
          <pc:docMk/>
          <pc:sldMk cId="4023587578" sldId="271"/>
        </pc:sldMkLst>
        <pc:spChg chg="mod">
          <ac:chgData name="Goss, Dante Damond (nxq9uz)" userId="42a4d6cb-60f4-472d-90da-bcf8c2b4d1a9" providerId="ADAL" clId="{83E8409C-0D81-46BC-9A3B-DF56DA5DA960}" dt="2025-11-11T17:51:29.242" v="291" actId="20577"/>
          <ac:spMkLst>
            <pc:docMk/>
            <pc:sldMk cId="4023587578" sldId="271"/>
            <ac:spMk id="2" creationId="{ADB12259-A9B6-372D-23D0-0415D9E87574}"/>
          </ac:spMkLst>
        </pc:spChg>
        <pc:picChg chg="add mod modCrop">
          <ac:chgData name="Goss, Dante Damond (nxq9uz)" userId="42a4d6cb-60f4-472d-90da-bcf8c2b4d1a9" providerId="ADAL" clId="{83E8409C-0D81-46BC-9A3B-DF56DA5DA960}" dt="2025-11-11T17:52:09.029" v="300" actId="1076"/>
          <ac:picMkLst>
            <pc:docMk/>
            <pc:sldMk cId="4023587578" sldId="271"/>
            <ac:picMk id="8" creationId="{A52E0C70-C54D-9489-6F99-867C93AD3F1D}"/>
          </ac:picMkLst>
        </pc:picChg>
        <pc:picChg chg="add mod">
          <ac:chgData name="Goss, Dante Damond (nxq9uz)" userId="42a4d6cb-60f4-472d-90da-bcf8c2b4d1a9" providerId="ADAL" clId="{83E8409C-0D81-46BC-9A3B-DF56DA5DA960}" dt="2025-11-11T17:52:10.869" v="301" actId="1076"/>
          <ac:picMkLst>
            <pc:docMk/>
            <pc:sldMk cId="4023587578" sldId="271"/>
            <ac:picMk id="10" creationId="{45C54618-F8CA-2A5E-23B5-25C238449CD8}"/>
          </ac:picMkLst>
        </pc:picChg>
        <pc:picChg chg="add mod">
          <ac:chgData name="Goss, Dante Damond (nxq9uz)" userId="42a4d6cb-60f4-472d-90da-bcf8c2b4d1a9" providerId="ADAL" clId="{83E8409C-0D81-46BC-9A3B-DF56DA5DA960}" dt="2025-11-11T17:52:15.402" v="303" actId="1076"/>
          <ac:picMkLst>
            <pc:docMk/>
            <pc:sldMk cId="4023587578" sldId="271"/>
            <ac:picMk id="11" creationId="{357F7720-8C60-5A42-5797-D54DC3A4BE1B}"/>
          </ac:picMkLst>
        </pc:picChg>
        <pc:picChg chg="add mod">
          <ac:chgData name="Goss, Dante Damond (nxq9uz)" userId="42a4d6cb-60f4-472d-90da-bcf8c2b4d1a9" providerId="ADAL" clId="{83E8409C-0D81-46BC-9A3B-DF56DA5DA960}" dt="2025-11-11T17:52:42.287" v="305" actId="1076"/>
          <ac:picMkLst>
            <pc:docMk/>
            <pc:sldMk cId="4023587578" sldId="271"/>
            <ac:picMk id="13" creationId="{2813AA43-0FA9-9E44-0032-B496729ED662}"/>
          </ac:picMkLst>
        </pc:picChg>
      </pc:sldChg>
    </pc:docChg>
  </pc:docChgLst>
  <pc:docChgLst>
    <pc:chgData name="Goss, Dante Damond (nxq9uz)" userId="42a4d6cb-60f4-472d-90da-bcf8c2b4d1a9" providerId="ADAL" clId="{6368E64D-B66A-4D02-B2CE-63711E47BBF8}"/>
    <pc:docChg chg="undo custSel addSld modSld">
      <pc:chgData name="Goss, Dante Damond (nxq9uz)" userId="42a4d6cb-60f4-472d-90da-bcf8c2b4d1a9" providerId="ADAL" clId="{6368E64D-B66A-4D02-B2CE-63711E47BBF8}" dt="2025-11-21T21:49:42.081" v="500" actId="20577"/>
      <pc:docMkLst>
        <pc:docMk/>
      </pc:docMkLst>
      <pc:sldChg chg="addSp mod">
        <pc:chgData name="Goss, Dante Damond (nxq9uz)" userId="42a4d6cb-60f4-472d-90da-bcf8c2b4d1a9" providerId="ADAL" clId="{6368E64D-B66A-4D02-B2CE-63711E47BBF8}" dt="2025-11-11T17:42:22.749" v="499" actId="22"/>
        <pc:sldMkLst>
          <pc:docMk/>
          <pc:sldMk cId="2501529758" sldId="257"/>
        </pc:sldMkLst>
        <pc:picChg chg="add">
          <ac:chgData name="Goss, Dante Damond (nxq9uz)" userId="42a4d6cb-60f4-472d-90da-bcf8c2b4d1a9" providerId="ADAL" clId="{6368E64D-B66A-4D02-B2CE-63711E47BBF8}" dt="2025-11-11T17:42:22.749" v="499" actId="22"/>
          <ac:picMkLst>
            <pc:docMk/>
            <pc:sldMk cId="2501529758" sldId="257"/>
            <ac:picMk id="5" creationId="{D9D9587C-C442-EE28-C5D0-ECDBC65B5374}"/>
          </ac:picMkLst>
        </pc:picChg>
      </pc:sldChg>
      <pc:sldChg chg="modSp modNotesTx">
        <pc:chgData name="Goss, Dante Damond (nxq9uz)" userId="42a4d6cb-60f4-472d-90da-bcf8c2b4d1a9" providerId="ADAL" clId="{6368E64D-B66A-4D02-B2CE-63711E47BBF8}" dt="2025-11-11T17:39:05.152" v="494" actId="1076"/>
        <pc:sldMkLst>
          <pc:docMk/>
          <pc:sldMk cId="1296525754" sldId="265"/>
        </pc:sldMkLst>
        <pc:picChg chg="mod">
          <ac:chgData name="Goss, Dante Damond (nxq9uz)" userId="42a4d6cb-60f4-472d-90da-bcf8c2b4d1a9" providerId="ADAL" clId="{6368E64D-B66A-4D02-B2CE-63711E47BBF8}" dt="2025-11-11T17:39:05.152" v="494" actId="1076"/>
          <ac:picMkLst>
            <pc:docMk/>
            <pc:sldMk cId="1296525754" sldId="265"/>
            <ac:picMk id="1026" creationId="{42810313-1AA1-EAD1-83FC-DF44A2200EED}"/>
          </ac:picMkLst>
        </pc:picChg>
      </pc:sldChg>
      <pc:sldChg chg="addSp delSp modSp new mod modAnim">
        <pc:chgData name="Goss, Dante Damond (nxq9uz)" userId="42a4d6cb-60f4-472d-90da-bcf8c2b4d1a9" providerId="ADAL" clId="{6368E64D-B66A-4D02-B2CE-63711E47BBF8}" dt="2025-11-11T17:30:29.649" v="102"/>
        <pc:sldMkLst>
          <pc:docMk/>
          <pc:sldMk cId="1972525764" sldId="266"/>
        </pc:sldMkLst>
        <pc:spChg chg="mod">
          <ac:chgData name="Goss, Dante Damond (nxq9uz)" userId="42a4d6cb-60f4-472d-90da-bcf8c2b4d1a9" providerId="ADAL" clId="{6368E64D-B66A-4D02-B2CE-63711E47BBF8}" dt="2025-11-11T17:27:23.005" v="26" actId="20577"/>
          <ac:spMkLst>
            <pc:docMk/>
            <pc:sldMk cId="1972525764" sldId="266"/>
            <ac:spMk id="2" creationId="{349455D7-97E3-2863-641A-840B01263C26}"/>
          </ac:spMkLst>
        </pc:spChg>
        <pc:picChg chg="add mod">
          <ac:chgData name="Goss, Dante Damond (nxq9uz)" userId="42a4d6cb-60f4-472d-90da-bcf8c2b4d1a9" providerId="ADAL" clId="{6368E64D-B66A-4D02-B2CE-63711E47BBF8}" dt="2025-11-11T17:30:24.138" v="100" actId="1076"/>
          <ac:picMkLst>
            <pc:docMk/>
            <pc:sldMk cId="1972525764" sldId="266"/>
            <ac:picMk id="7" creationId="{B586AE1B-2062-7BC9-CB4D-DD1E6EC9BDB9}"/>
          </ac:picMkLst>
        </pc:picChg>
        <pc:picChg chg="add mod">
          <ac:chgData name="Goss, Dante Damond (nxq9uz)" userId="42a4d6cb-60f4-472d-90da-bcf8c2b4d1a9" providerId="ADAL" clId="{6368E64D-B66A-4D02-B2CE-63711E47BBF8}" dt="2025-11-11T17:30:23.546" v="99" actId="1076"/>
          <ac:picMkLst>
            <pc:docMk/>
            <pc:sldMk cId="1972525764" sldId="266"/>
            <ac:picMk id="9" creationId="{6BB4E600-5E67-7BF6-6AD9-ACA128E52ED9}"/>
          </ac:picMkLst>
        </pc:picChg>
      </pc:sldChg>
      <pc:sldChg chg="addSp modSp new mod modAnim modNotesTx">
        <pc:chgData name="Goss, Dante Damond (nxq9uz)" userId="42a4d6cb-60f4-472d-90da-bcf8c2b4d1a9" providerId="ADAL" clId="{6368E64D-B66A-4D02-B2CE-63711E47BBF8}" dt="2025-11-11T17:34:34.276" v="315"/>
        <pc:sldMkLst>
          <pc:docMk/>
          <pc:sldMk cId="830923810" sldId="267"/>
        </pc:sldMkLst>
        <pc:spChg chg="mod">
          <ac:chgData name="Goss, Dante Damond (nxq9uz)" userId="42a4d6cb-60f4-472d-90da-bcf8c2b4d1a9" providerId="ADAL" clId="{6368E64D-B66A-4D02-B2CE-63711E47BBF8}" dt="2025-11-11T17:27:54.980" v="58" actId="20577"/>
          <ac:spMkLst>
            <pc:docMk/>
            <pc:sldMk cId="830923810" sldId="267"/>
            <ac:spMk id="2" creationId="{8B42A715-F829-D05B-7454-6637612A2870}"/>
          </ac:spMkLst>
        </pc:spChg>
        <pc:spChg chg="mod">
          <ac:chgData name="Goss, Dante Damond (nxq9uz)" userId="42a4d6cb-60f4-472d-90da-bcf8c2b4d1a9" providerId="ADAL" clId="{6368E64D-B66A-4D02-B2CE-63711E47BBF8}" dt="2025-11-11T17:31:43.996" v="244" actId="14"/>
          <ac:spMkLst>
            <pc:docMk/>
            <pc:sldMk cId="830923810" sldId="267"/>
            <ac:spMk id="3" creationId="{58CEF7EC-0761-1445-AF6F-F31E2F8F76E6}"/>
          </ac:spMkLst>
        </pc:spChg>
        <pc:picChg chg="add mod">
          <ac:chgData name="Goss, Dante Damond (nxq9uz)" userId="42a4d6cb-60f4-472d-90da-bcf8c2b4d1a9" providerId="ADAL" clId="{6368E64D-B66A-4D02-B2CE-63711E47BBF8}" dt="2025-11-11T17:32:33.020" v="248" actId="1076"/>
          <ac:picMkLst>
            <pc:docMk/>
            <pc:sldMk cId="830923810" sldId="267"/>
            <ac:picMk id="5" creationId="{89B8A70E-BB98-1B8D-F183-DADE60A86F26}"/>
          </ac:picMkLst>
        </pc:picChg>
        <pc:picChg chg="add mod">
          <ac:chgData name="Goss, Dante Damond (nxq9uz)" userId="42a4d6cb-60f4-472d-90da-bcf8c2b4d1a9" providerId="ADAL" clId="{6368E64D-B66A-4D02-B2CE-63711E47BBF8}" dt="2025-11-11T17:32:57.173" v="253" actId="1076"/>
          <ac:picMkLst>
            <pc:docMk/>
            <pc:sldMk cId="830923810" sldId="267"/>
            <ac:picMk id="7" creationId="{9DF6B2D4-DD74-98EE-EA47-82B4CF4C5C85}"/>
          </ac:picMkLst>
        </pc:picChg>
      </pc:sldChg>
      <pc:sldChg chg="addSp new mod">
        <pc:chgData name="Goss, Dante Damond (nxq9uz)" userId="42a4d6cb-60f4-472d-90da-bcf8c2b4d1a9" providerId="ADAL" clId="{6368E64D-B66A-4D02-B2CE-63711E47BBF8}" dt="2025-11-11T17:39:58.509" v="496" actId="22"/>
        <pc:sldMkLst>
          <pc:docMk/>
          <pc:sldMk cId="2009095409" sldId="268"/>
        </pc:sldMkLst>
        <pc:picChg chg="add">
          <ac:chgData name="Goss, Dante Damond (nxq9uz)" userId="42a4d6cb-60f4-472d-90da-bcf8c2b4d1a9" providerId="ADAL" clId="{6368E64D-B66A-4D02-B2CE-63711E47BBF8}" dt="2025-11-11T17:39:58.509" v="496" actId="22"/>
          <ac:picMkLst>
            <pc:docMk/>
            <pc:sldMk cId="2009095409" sldId="268"/>
            <ac:picMk id="8" creationId="{43C6B877-82DB-527F-1ADE-DFDA8D05D00D}"/>
          </ac:picMkLst>
        </pc:picChg>
      </pc:sldChg>
      <pc:sldChg chg="addSp new mod">
        <pc:chgData name="Goss, Dante Damond (nxq9uz)" userId="42a4d6cb-60f4-472d-90da-bcf8c2b4d1a9" providerId="ADAL" clId="{6368E64D-B66A-4D02-B2CE-63711E47BBF8}" dt="2025-11-11T17:40:47.536" v="498" actId="22"/>
        <pc:sldMkLst>
          <pc:docMk/>
          <pc:sldMk cId="2299482466" sldId="269"/>
        </pc:sldMkLst>
        <pc:picChg chg="add">
          <ac:chgData name="Goss, Dante Damond (nxq9uz)" userId="42a4d6cb-60f4-472d-90da-bcf8c2b4d1a9" providerId="ADAL" clId="{6368E64D-B66A-4D02-B2CE-63711E47BBF8}" dt="2025-11-11T17:40:47.536" v="498" actId="22"/>
          <ac:picMkLst>
            <pc:docMk/>
            <pc:sldMk cId="2299482466" sldId="269"/>
            <ac:picMk id="8" creationId="{43E8B623-E21D-5912-A84A-04BFC9B5FFD5}"/>
          </ac:picMkLst>
        </pc:picChg>
      </pc:sldChg>
      <pc:sldChg chg="modSp mod">
        <pc:chgData name="Goss, Dante Damond (nxq9uz)" userId="42a4d6cb-60f4-472d-90da-bcf8c2b4d1a9" providerId="ADAL" clId="{6368E64D-B66A-4D02-B2CE-63711E47BBF8}" dt="2025-11-21T21:49:42.081" v="500" actId="20577"/>
        <pc:sldMkLst>
          <pc:docMk/>
          <pc:sldMk cId="614284254" sldId="270"/>
        </pc:sldMkLst>
        <pc:spChg chg="mod">
          <ac:chgData name="Goss, Dante Damond (nxq9uz)" userId="42a4d6cb-60f4-472d-90da-bcf8c2b4d1a9" providerId="ADAL" clId="{6368E64D-B66A-4D02-B2CE-63711E47BBF8}" dt="2025-11-21T21:49:42.081" v="500" actId="20577"/>
          <ac:spMkLst>
            <pc:docMk/>
            <pc:sldMk cId="614284254" sldId="270"/>
            <ac:spMk id="3" creationId="{24C4BBCD-1938-0B39-ACAB-8BEAA0F50D9C}"/>
          </ac:spMkLst>
        </pc:spChg>
      </pc:sldChg>
    </pc:docChg>
  </pc:docChgLst>
  <pc:docChgLst>
    <pc:chgData name="Dante Goss" userId="a76548445c335fa2" providerId="LiveId" clId="{6368E64D-B66A-4D02-B2CE-63711E47BBF8}"/>
    <pc:docChg chg="custSel modSld">
      <pc:chgData name="Dante Goss" userId="a76548445c335fa2" providerId="LiveId" clId="{6368E64D-B66A-4D02-B2CE-63711E47BBF8}" dt="2025-11-21T21:57:07.320" v="371" actId="20577"/>
      <pc:docMkLst>
        <pc:docMk/>
      </pc:docMkLst>
      <pc:sldChg chg="modNotesTx">
        <pc:chgData name="Dante Goss" userId="a76548445c335fa2" providerId="LiveId" clId="{6368E64D-B66A-4D02-B2CE-63711E47BBF8}" dt="2025-11-21T21:56:19.515" v="190" actId="20577"/>
        <pc:sldMkLst>
          <pc:docMk/>
          <pc:sldMk cId="1972525764" sldId="266"/>
        </pc:sldMkLst>
      </pc:sldChg>
      <pc:sldChg chg="addSp modSp mod modNotesTx">
        <pc:chgData name="Dante Goss" userId="a76548445c335fa2" providerId="LiveId" clId="{6368E64D-B66A-4D02-B2CE-63711E47BBF8}" dt="2025-11-21T21:55:31.005" v="29" actId="1076"/>
        <pc:sldMkLst>
          <pc:docMk/>
          <pc:sldMk cId="830923810" sldId="267"/>
        </pc:sldMkLst>
        <pc:spChg chg="add mod">
          <ac:chgData name="Dante Goss" userId="a76548445c335fa2" providerId="LiveId" clId="{6368E64D-B66A-4D02-B2CE-63711E47BBF8}" dt="2025-11-21T21:55:13.164" v="26" actId="1076"/>
          <ac:spMkLst>
            <pc:docMk/>
            <pc:sldMk cId="830923810" sldId="267"/>
            <ac:spMk id="4" creationId="{EC47F76F-F44A-A10E-B365-F8A0FCA446A0}"/>
          </ac:spMkLst>
        </pc:spChg>
        <pc:spChg chg="add mod">
          <ac:chgData name="Dante Goss" userId="a76548445c335fa2" providerId="LiveId" clId="{6368E64D-B66A-4D02-B2CE-63711E47BBF8}" dt="2025-11-21T21:55:31.005" v="29" actId="1076"/>
          <ac:spMkLst>
            <pc:docMk/>
            <pc:sldMk cId="830923810" sldId="267"/>
            <ac:spMk id="6" creationId="{1049B33C-E5A2-17BF-CF96-63E8C5BAB02E}"/>
          </ac:spMkLst>
        </pc:spChg>
      </pc:sldChg>
      <pc:sldChg chg="modNotesTx">
        <pc:chgData name="Dante Goss" userId="a76548445c335fa2" providerId="LiveId" clId="{6368E64D-B66A-4D02-B2CE-63711E47BBF8}" dt="2025-11-21T21:57:07.320" v="371" actId="20577"/>
        <pc:sldMkLst>
          <pc:docMk/>
          <pc:sldMk cId="4023587578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E2F0A-BA1D-4A44-A67F-FFBBFCA5540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3D4C1F-D444-4CD9-B5B4-4253640EC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05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asked Copilot to make an image of the terminator for the background of this slide. It took about 90 seconds, probably used between half a liter and a liter of water, and enough power to charge your phone 5-10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D4C1F-D444-4CD9-B5B4-4253640EC3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32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D4C1F-D444-4CD9-B5B4-4253640EC3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90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created an agent called AI Skeptic for this presentation that provided factual information along with an entertaining amount of sass.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D4C1F-D444-4CD9-B5B4-4253640EC3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70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Semantic, lexical, syntactic, pragmatic, and general knowledge</a:t>
            </a:r>
          </a:p>
          <a:p>
            <a:r>
              <a:rPr lang="en-US" dirty="0"/>
              <a:t>What is the most common word in English? (the)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D4C1F-D444-4CD9-B5B4-4253640EC3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37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LLM’s as of November of 2025 are effective at reading in structured and semi-structured data, though still struggle with identifying key details from unstructured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D4C1F-D444-4CD9-B5B4-4253640EC35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366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8F61C-30F4-872B-EDD0-0211F9CE6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5F93D1-62AF-01F7-03A2-5BE60F95B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DAD2E-B1FC-D726-86AB-87F9C8A5C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7B49-7C15-419F-927C-48C5207D1BEA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F5B6F-0FE0-4E2E-0646-6A83180D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8F6B6-8069-8BBA-2605-EC0058A0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5147-28CB-4FA2-9292-BF008BE81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6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1D70-B103-28E4-F17B-99CF69A5B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D58BC-BE67-8F0F-1E17-13DE5613A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6A7A0-1E31-EA5C-D329-AC0E480BD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7B49-7C15-419F-927C-48C5207D1BEA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CE048-48EF-7A42-2B8C-CB0168A54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0AAFB-B252-851F-98FB-2A771CA6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5147-28CB-4FA2-9292-BF008BE81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65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5B7E7-C3F6-5C5B-A2CC-1A344AE3D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A0934-81E2-CD5D-169F-577C63964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D61BB-DC51-194D-6BAF-8F83F83B6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7B49-7C15-419F-927C-48C5207D1BEA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1DD30-6C49-A71C-4A2F-8A736E02E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069FA-FFE2-E78E-E10F-928328CAD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5147-28CB-4FA2-9292-BF008BE81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62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8D829-74EF-2C76-A072-33E44C6DE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5EB9F-8732-AD90-0623-A6B6D5E99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48ED0-A6FB-F5F8-FD5F-D3F283C35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57C4F-C423-4400-8ABE-242D7CB74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7B49-7C15-419F-927C-48C5207D1BEA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25911-B90B-386B-8C02-199DC2697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3E664-8DB3-A3AF-166A-81EC6ADD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5147-28CB-4FA2-9292-BF008BE81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50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F50B9-9E23-3812-07F7-9FE3DE63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E17F3-B0AA-1FB6-73D7-7E4F76AE1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AC140-56E7-274C-7D2C-0F3D39CF0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07C105-1A39-2078-E2AF-938C99BE1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97A5B7-D2E5-AEE7-1B61-B6ED3FD70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232815-1E07-1428-E7DE-86320B83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7B49-7C15-419F-927C-48C5207D1BEA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65201A-5567-DE9A-5185-6E8A307E6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CEE3A7-5B1D-1A40-FA89-B813DC16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5147-28CB-4FA2-9292-BF008BE81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4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59427-09BD-838F-7325-7FECEF189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B5264-05E1-4345-EC09-993B109B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7B49-7C15-419F-927C-48C5207D1BEA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AC641-A280-4DDD-F84D-104948FFB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263852-67E4-2BB8-FA9E-114BC6340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5147-28CB-4FA2-9292-BF008BE81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19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7398-9363-5F9A-5CB8-29330C4A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7B49-7C15-419F-927C-48C5207D1BEA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ED0487-9C3B-32DC-79BB-EDA53347A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A42BD-5156-DAD4-F2B3-F66D059F0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5147-28CB-4FA2-9292-BF008BE81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69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4F525-95B7-6784-1F4B-BA020F05C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9B812-D3B7-A403-D6EF-8D460B15E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0A774-F0E3-7947-50CA-600FEFF1B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88F14-1085-0836-0CB2-A5CE7418E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7B49-7C15-419F-927C-48C5207D1BEA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FE70D-3EE5-B1B0-154F-98A96F0B3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056E1-963C-205F-6ED0-94601770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5147-28CB-4FA2-9292-BF008BE81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88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46576-E941-641A-3676-6292CE997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BB3A1-C3B6-DC9B-25D3-E96BAC0D2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1F2BC-3676-6F23-E593-421B78AA7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CA2C2-E424-88C2-AF57-705CCAB47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7B49-7C15-419F-927C-48C5207D1BEA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74C26-1854-5DF1-6D46-938D740B8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8939F-E0BC-3BD5-2509-8D1B9ADC8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5147-28CB-4FA2-9292-BF008BE81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84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9A2AF-B327-0F7E-7CAE-2FA5C8D2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B1EB8-C936-F8F9-2DD0-A7F3B8C54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4A832-84EB-93A1-A09F-FFC7BE836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7B49-7C15-419F-927C-48C5207D1BEA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580A6-F4C9-B856-58AB-0DCBFF51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68751-559E-CABA-7F94-BA2664EE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5147-28CB-4FA2-9292-BF008BE81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388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61AEF9-EFB8-21B2-A9C8-00DC74097F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8E664-4EB8-79CD-4205-3EF18AB76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09A64-6F81-6EAC-8BFC-A4E52D3D8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7B49-7C15-419F-927C-48C5207D1BEA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2742E-F9A3-297D-7B01-53B65C1B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01A36-658F-6F14-A477-0F20F0684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35147-28CB-4FA2-9292-BF008BE81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4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B3E97-14E8-FF6E-A54A-D6CA77E4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1243A-9D51-0F78-02C5-89A00577B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864AC-16EC-6DF6-B3F2-AFCA29073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4A7B49-7C15-419F-927C-48C5207D1BEA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55777-FA8B-7179-78F8-A513AE727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1D92A-F751-89BE-C068-33F2C3979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35147-28CB-4FA2-9292-BF008BE81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3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793AE6-3D8F-5A65-E8AE-45339B39D16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23029" r="-1" b="-1"/>
          <a:stretch>
            <a:fillRect/>
          </a:stretch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086ECF-4DEB-FE46-6B41-39F15FFF2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115219"/>
            <a:ext cx="5505449" cy="2387600"/>
          </a:xfrm>
        </p:spPr>
        <p:txBody>
          <a:bodyPr>
            <a:normAutofit/>
          </a:bodyPr>
          <a:lstStyle/>
          <a:p>
            <a:pPr algn="l"/>
            <a:r>
              <a:rPr lang="en-US" sz="5000">
                <a:solidFill>
                  <a:schemeClr val="bg1"/>
                </a:solidFill>
              </a:rPr>
              <a:t>AI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01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2A715-F829-D05B-7454-6637612A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Mental model for an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EF7EC-0761-1445-AF6F-F31E2F8F7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hips don’t _____</a:t>
            </a:r>
          </a:p>
          <a:p>
            <a:pPr lvl="1"/>
            <a:r>
              <a:rPr lang="en-US" dirty="0"/>
              <a:t>Lie</a:t>
            </a:r>
          </a:p>
          <a:p>
            <a:r>
              <a:rPr lang="en-US" dirty="0"/>
              <a:t>Luke, I am your _____</a:t>
            </a:r>
          </a:p>
          <a:p>
            <a:pPr lvl="1"/>
            <a:r>
              <a:rPr lang="en-US" dirty="0"/>
              <a:t>Father</a:t>
            </a:r>
          </a:p>
          <a:p>
            <a:r>
              <a:rPr lang="en-US" dirty="0"/>
              <a:t>Honey, I shrunk the _____</a:t>
            </a:r>
          </a:p>
          <a:p>
            <a:pPr lvl="1"/>
            <a:r>
              <a:rPr lang="en-US" dirty="0"/>
              <a:t>Kids</a:t>
            </a:r>
          </a:p>
          <a:p>
            <a:r>
              <a:rPr lang="en-US" dirty="0"/>
              <a:t>____ we ____ yet</a:t>
            </a:r>
          </a:p>
          <a:p>
            <a:pPr lvl="1"/>
            <a:r>
              <a:rPr lang="en-US" dirty="0"/>
              <a:t>_____ we ____ yet?</a:t>
            </a:r>
          </a:p>
          <a:p>
            <a:pPr lvl="2"/>
            <a:r>
              <a:rPr lang="en-US" dirty="0"/>
              <a:t>Are we there yet?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B8A70E-BB98-1B8D-F183-DADE60A86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27" y="1690688"/>
            <a:ext cx="5179423" cy="20654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F6B2D4-DD74-98EE-EA47-82B4CF4C5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427" y="3756141"/>
            <a:ext cx="5252757" cy="18412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47F76F-F44A-A10E-B365-F8A0FCA446A0}"/>
              </a:ext>
            </a:extLst>
          </p:cNvPr>
          <p:cNvSpPr txBox="1"/>
          <p:nvPr/>
        </p:nvSpPr>
        <p:spPr>
          <a:xfrm>
            <a:off x="9166578" y="5912754"/>
            <a:ext cx="2617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 to Hudson Golino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1049B33C-E5A2-17BF-CF96-63E8C5BAB02E}"/>
              </a:ext>
            </a:extLst>
          </p:cNvPr>
          <p:cNvSpPr/>
          <p:nvPr/>
        </p:nvSpPr>
        <p:spPr>
          <a:xfrm rot="9185344">
            <a:off x="11470099" y="5623067"/>
            <a:ext cx="237067" cy="3970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2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455D7-97E3-2863-641A-840B0126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LLM?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249A6-9251-34F8-001F-D0DD4A4D4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86AE1B-2062-7BC9-CB4D-DD1E6EC9B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785" y="1935804"/>
            <a:ext cx="8915484" cy="15928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B4E600-5E67-7BF6-6AD9-ACA128E52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729" y="3663555"/>
            <a:ext cx="8878539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2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F741E-B4D0-341E-8BED-B021D0978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77BA2-BAB3-DDE8-ACE1-D32B7C9EE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oncept | Large Language Models and the LLM Mesh - Dataiku Knowledge Base">
            <a:extLst>
              <a:ext uri="{FF2B5EF4-FFF2-40B4-BE49-F238E27FC236}">
                <a16:creationId xmlns:a16="http://schemas.microsoft.com/office/drawing/2014/main" id="{42810313-1AA1-EAD1-83FC-DF44A2200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861" y="525859"/>
            <a:ext cx="10322277" cy="5806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Word embedding - Wikipedia">
            <a:extLst>
              <a:ext uri="{FF2B5EF4-FFF2-40B4-BE49-F238E27FC236}">
                <a16:creationId xmlns:a16="http://schemas.microsoft.com/office/drawing/2014/main" id="{60BC2A93-2360-85E4-B0C9-9FF37B52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4698626"/>
            <a:ext cx="2152650" cy="202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525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44AE3-4276-8A93-46BC-0209ED9C6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LLM?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FA72F-1446-476C-D394-3553DC96C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pattern recognition generator trained on over 300 billion words for &gt;$100,000,000</a:t>
            </a:r>
          </a:p>
          <a:p>
            <a:r>
              <a:rPr lang="en-US" dirty="0"/>
              <a:t>Can it “think”</a:t>
            </a:r>
          </a:p>
          <a:p>
            <a:pPr lvl="1"/>
            <a:r>
              <a:rPr lang="en-US" dirty="0"/>
              <a:t>No</a:t>
            </a:r>
          </a:p>
          <a:p>
            <a:r>
              <a:rPr lang="en-US" dirty="0"/>
              <a:t>Can it “read”</a:t>
            </a:r>
          </a:p>
          <a:p>
            <a:pPr lvl="1"/>
            <a:r>
              <a:rPr lang="en-US" dirty="0"/>
              <a:t>Mostly</a:t>
            </a:r>
          </a:p>
          <a:p>
            <a:r>
              <a:rPr lang="en-US" dirty="0"/>
              <a:t>Can it “code”</a:t>
            </a:r>
          </a:p>
          <a:p>
            <a:pPr lvl="1"/>
            <a:r>
              <a:rPr lang="en-US" dirty="0"/>
              <a:t>Most definitely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815E8-4DE2-3703-662E-8248DF0315B4}"/>
              </a:ext>
            </a:extLst>
          </p:cNvPr>
          <p:cNvSpPr txBox="1"/>
          <p:nvPr/>
        </p:nvSpPr>
        <p:spPr>
          <a:xfrm>
            <a:off x="5514109" y="2847132"/>
            <a:ext cx="48490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What’s the next word?</a:t>
            </a:r>
          </a:p>
          <a:p>
            <a:endParaRPr lang="en-US" dirty="0"/>
          </a:p>
          <a:p>
            <a:r>
              <a:rPr lang="en-US" dirty="0"/>
              <a:t>More or ____</a:t>
            </a:r>
          </a:p>
          <a:p>
            <a:r>
              <a:rPr lang="en-US" dirty="0"/>
              <a:t>Break a _____</a:t>
            </a:r>
          </a:p>
          <a:p>
            <a:r>
              <a:rPr lang="en-US" dirty="0"/>
              <a:t>I’m tired, I’m going to hit the _____</a:t>
            </a:r>
          </a:p>
          <a:p>
            <a:r>
              <a:rPr lang="en-US" dirty="0"/>
              <a:t>Stop beating around the ______</a:t>
            </a:r>
          </a:p>
          <a:p>
            <a:r>
              <a:rPr lang="en-US" dirty="0"/>
              <a:t>Barking up the wrong ______</a:t>
            </a:r>
          </a:p>
          <a:p>
            <a:r>
              <a:rPr lang="en-US" dirty="0"/>
              <a:t>I ______</a:t>
            </a:r>
          </a:p>
        </p:txBody>
      </p:sp>
      <p:pic>
        <p:nvPicPr>
          <p:cNvPr id="6" name="Picture 5" descr="A keyboard on a phone&#10;&#10;Description automatically generated">
            <a:extLst>
              <a:ext uri="{FF2B5EF4-FFF2-40B4-BE49-F238E27FC236}">
                <a16:creationId xmlns:a16="http://schemas.microsoft.com/office/drawing/2014/main" id="{2CD06E36-DF2B-761D-0C4D-BE5C2BF9C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5074" y="2981641"/>
            <a:ext cx="2394026" cy="226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279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12259-A9B6-372D-23D0-0415D9E87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Hold on</a:t>
            </a:r>
          </a:p>
        </p:txBody>
      </p:sp>
      <p:pic>
        <p:nvPicPr>
          <p:cNvPr id="10" name="Content Placeholder 9" descr="Checkmark with solid fill">
            <a:extLst>
              <a:ext uri="{FF2B5EF4-FFF2-40B4-BE49-F238E27FC236}">
                <a16:creationId xmlns:a16="http://schemas.microsoft.com/office/drawing/2014/main" id="{45C54618-F8CA-2A5E-23B5-25C238449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500" y="1543844"/>
            <a:ext cx="914400" cy="9144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2E0C70-C54D-9489-6F99-867C93AD3F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917" t="36550" r="29500" b="30000"/>
          <a:stretch>
            <a:fillRect/>
          </a:stretch>
        </p:blipFill>
        <p:spPr>
          <a:xfrm>
            <a:off x="2210110" y="2649537"/>
            <a:ext cx="7771780" cy="3843338"/>
          </a:xfrm>
          <a:prstGeom prst="rect">
            <a:avLst/>
          </a:prstGeom>
        </p:spPr>
      </p:pic>
      <p:pic>
        <p:nvPicPr>
          <p:cNvPr id="11" name="Content Placeholder 9" descr="Checkmark with solid fill">
            <a:extLst>
              <a:ext uri="{FF2B5EF4-FFF2-40B4-BE49-F238E27FC236}">
                <a16:creationId xmlns:a16="http://schemas.microsoft.com/office/drawing/2014/main" id="{357F7720-8C60-5A42-5797-D54DC3A4B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7700" y="1543844"/>
            <a:ext cx="914400" cy="914400"/>
          </a:xfrm>
          <a:prstGeom prst="rect">
            <a:avLst/>
          </a:prstGeom>
        </p:spPr>
      </p:pic>
      <p:pic>
        <p:nvPicPr>
          <p:cNvPr id="13" name="Graphic 12" descr="Badge Question Mark with solid fill">
            <a:extLst>
              <a:ext uri="{FF2B5EF4-FFF2-40B4-BE49-F238E27FC236}">
                <a16:creationId xmlns:a16="http://schemas.microsoft.com/office/drawing/2014/main" id="{2813AA43-0FA9-9E44-0032-B496729ED6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15438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587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7C47E-A4F9-FE6F-FAA5-C68C1993C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its capabilities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FD862-0421-67CA-5B71-8DE14C332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00188"/>
            <a:ext cx="5157787" cy="547687"/>
          </a:xfrm>
        </p:spPr>
        <p:txBody>
          <a:bodyPr/>
          <a:lstStyle/>
          <a:p>
            <a:r>
              <a:rPr lang="en-US" dirty="0"/>
              <a:t>What it can do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ED27E-A69E-41EA-463F-34E5FA019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47875"/>
            <a:ext cx="5157787" cy="414178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Regurgitate information it’s read</a:t>
            </a:r>
          </a:p>
          <a:p>
            <a:r>
              <a:rPr lang="en-US" dirty="0"/>
              <a:t>Sound eerily like a human</a:t>
            </a:r>
          </a:p>
          <a:p>
            <a:r>
              <a:rPr lang="en-US" dirty="0"/>
              <a:t>Explain complicated topics in new ways</a:t>
            </a:r>
          </a:p>
          <a:p>
            <a:r>
              <a:rPr lang="en-US" dirty="0"/>
              <a:t>Help with revising documents</a:t>
            </a:r>
          </a:p>
          <a:p>
            <a:r>
              <a:rPr lang="en-US" dirty="0"/>
              <a:t>Make great outlines for documents given a set of restrictions</a:t>
            </a:r>
          </a:p>
          <a:p>
            <a:r>
              <a:rPr lang="en-US" dirty="0"/>
              <a:t>Make largely functional code</a:t>
            </a:r>
          </a:p>
          <a:p>
            <a:r>
              <a:rPr lang="en-US" dirty="0"/>
              <a:t>Generate transcripts from audio files</a:t>
            </a:r>
          </a:p>
          <a:p>
            <a:r>
              <a:rPr lang="en-US" dirty="0"/>
              <a:t>Generate “images”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09024-29D3-0E09-CF30-7AF59CA83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90663"/>
            <a:ext cx="5183188" cy="547687"/>
          </a:xfrm>
        </p:spPr>
        <p:txBody>
          <a:bodyPr/>
          <a:lstStyle/>
          <a:p>
            <a:r>
              <a:rPr lang="en-US" dirty="0"/>
              <a:t>What it can’t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6BFAFD-3B63-98C8-A9F3-E207C0B7D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38350"/>
            <a:ext cx="5183188" cy="415131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Keep your sensitive information secure (in most cases)</a:t>
            </a:r>
          </a:p>
          <a:p>
            <a:r>
              <a:rPr lang="en-US" dirty="0"/>
              <a:t>Solve complex issues related to your research</a:t>
            </a:r>
          </a:p>
          <a:p>
            <a:r>
              <a:rPr lang="en-US" dirty="0"/>
              <a:t>Do your lit review (in most cases)</a:t>
            </a:r>
          </a:p>
          <a:p>
            <a:r>
              <a:rPr lang="en-US" dirty="0"/>
              <a:t>Debug code from your file with over 1000 lines</a:t>
            </a:r>
          </a:p>
          <a:p>
            <a:r>
              <a:rPr lang="en-US" dirty="0"/>
              <a:t>Process your </a:t>
            </a:r>
            <a:r>
              <a:rPr lang="en-US" dirty="0" err="1"/>
              <a:t>powerpoint</a:t>
            </a:r>
            <a:r>
              <a:rPr lang="en-US" dirty="0"/>
              <a:t> slides and generate high quality test questions</a:t>
            </a:r>
          </a:p>
          <a:p>
            <a:r>
              <a:rPr lang="en-US" dirty="0"/>
              <a:t>Generate graphs for presentations</a:t>
            </a:r>
          </a:p>
        </p:txBody>
      </p:sp>
    </p:spTree>
    <p:extLst>
      <p:ext uri="{BB962C8B-B14F-4D97-AF65-F5344CB8AC3E}">
        <p14:creationId xmlns:p14="http://schemas.microsoft.com/office/powerpoint/2010/main" val="1706724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62F7-5831-4CE4-7CAD-E0FBB93DA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7ED59-7E0F-4328-41CA-EDA1DAF09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4ABED-23CF-5AC3-BA9E-044044DE38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1AC07-12B7-AE6A-5AA6-36A575FCF9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489A4-21FB-B024-E0F0-BAE55CE7D48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C6B877-82DB-527F-1ADE-DFDA8D05D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388" y="1347497"/>
            <a:ext cx="9307224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95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7D705-E85A-0C87-BA9A-05AF4EA5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34C80-8687-7C5A-C3E4-FB6ED0698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6E88B-0D23-E476-071E-99565B4D3D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11D2B-0D98-E341-4288-DE429A2E37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997560-0887-4340-80A4-0A871FEE2BB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E8B623-E21D-5912-A84A-04BFC9B5F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967" y="880707"/>
            <a:ext cx="8888065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482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1ED48-A80E-AFD7-EA02-C725F1BE4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F3F90-3A2C-8B3D-00CB-3312DF315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9587C-C442-EE28-C5D0-ECDBC65B5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18" y="685417"/>
            <a:ext cx="11202963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29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C79A6-701D-CEE3-6E14-72A486C69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4BBCD-1938-0B39-ACAB-8BEAA0F50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Agents</a:t>
            </a:r>
          </a:p>
          <a:p>
            <a:pPr lvl="1"/>
            <a:r>
              <a:rPr lang="en-US" dirty="0"/>
              <a:t>PhD student guide</a:t>
            </a:r>
          </a:p>
          <a:p>
            <a:pPr lvl="1"/>
            <a:r>
              <a:rPr lang="en-US" dirty="0"/>
              <a:t>AI Skeptic</a:t>
            </a:r>
          </a:p>
          <a:p>
            <a:pPr lvl="1"/>
            <a:r>
              <a:rPr lang="en-US" dirty="0"/>
              <a:t>Character AI &amp; </a:t>
            </a:r>
            <a:r>
              <a:rPr lang="en-US"/>
              <a:t>standardized patients</a:t>
            </a:r>
            <a:endParaRPr lang="en-US" dirty="0"/>
          </a:p>
          <a:p>
            <a:r>
              <a:rPr lang="en-US" dirty="0"/>
              <a:t>Best are things that require general knowledge</a:t>
            </a:r>
          </a:p>
          <a:p>
            <a:r>
              <a:rPr lang="en-US" dirty="0"/>
              <a:t>Copilot vs ChatGPT</a:t>
            </a:r>
          </a:p>
          <a:p>
            <a:r>
              <a:rPr lang="en-US" dirty="0"/>
              <a:t>Connection to Microsoft Office</a:t>
            </a:r>
          </a:p>
          <a:p>
            <a:pPr lvl="1"/>
            <a:r>
              <a:rPr lang="en-US" dirty="0"/>
              <a:t>Semi useful but not directly integrated</a:t>
            </a:r>
          </a:p>
          <a:p>
            <a:r>
              <a:rPr lang="en-US" dirty="0"/>
              <a:t>Other tools</a:t>
            </a:r>
          </a:p>
          <a:p>
            <a:pPr lvl="1"/>
            <a:r>
              <a:rPr lang="en-US" dirty="0"/>
              <a:t>Elicit.com</a:t>
            </a:r>
          </a:p>
          <a:p>
            <a:pPr lvl="1"/>
            <a:r>
              <a:rPr lang="en-US" dirty="0"/>
              <a:t>Researchrabbit.com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284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384</Words>
  <Application>Microsoft Office PowerPoint</Application>
  <PresentationFormat>Widescreen</PresentationFormat>
  <Paragraphs>69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AI</vt:lpstr>
      <vt:lpstr>Mental model for an LLM</vt:lpstr>
      <vt:lpstr>What is an LLM?</vt:lpstr>
      <vt:lpstr>PowerPoint Presentation</vt:lpstr>
      <vt:lpstr>What is an LLM?</vt:lpstr>
      <vt:lpstr>Hold on</vt:lpstr>
      <vt:lpstr>What are its capabilities</vt:lpstr>
      <vt:lpstr>PowerPoint Presentation</vt:lpstr>
      <vt:lpstr>PowerPoint Presentation</vt:lpstr>
      <vt:lpstr>PowerPoint Presentation</vt:lpstr>
      <vt:lpstr>New uses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Goss, Dante Damond (nxq9uz)</dc:creator>
  <cp:lastModifiedBy>Dante Goss</cp:lastModifiedBy>
  <cp:revision>1</cp:revision>
  <dcterms:created xsi:type="dcterms:W3CDTF">2025-11-11T16:52:31Z</dcterms:created>
  <dcterms:modified xsi:type="dcterms:W3CDTF">2025-11-21T21:57:14Z</dcterms:modified>
</cp:coreProperties>
</file>